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C501A-5844-4F8F-BEB0-9404F5FAD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21A833-43FA-4BA9-89E7-8707C905D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1433D3-7BB0-4FA0-AE1C-12D13787E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280E8-B341-4FE9-ABD5-671DAB2F9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55AADA-9D0B-42F3-836B-8A3A5EF7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46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FC439-5C0E-4DA6-8321-D48A3A1EE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2FBA4-839A-4116-A984-4769AFB6A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E2F99D-9582-43E0-A494-D6913421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1BFCC-E758-41BC-813D-004E88F62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1EF012-C62A-4144-9057-D37FD31B5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71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A10F9-7BC2-4C5B-A41E-E0414803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EA0DA4-FB82-4BD9-BA3F-FA3F4B371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8F23DA-FDC2-4AD7-865E-FD0EA94D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0CDD5-E423-4D16-9797-941A4E20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422007-A949-486D-BE98-36BF4902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85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9533A-3591-4BEE-A9FF-F3C314F1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E00D1D-2EB7-46ED-A8CE-6F1E4DA48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355033-C5EF-49C1-A4C5-BAE6D9E3A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ADD906-3ACD-4657-A925-7B152791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EBBFD4-CAB0-4792-A9D1-177204B7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3541BC-ED26-4B64-B9DC-20F4974A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598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17D80-9E10-4107-A6B9-BEF652C97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6F80A9-3D17-4F8B-B406-F8AE04C08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E5385E-D617-4D2F-B20D-6D921BE38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30CAB6-3EA8-40D9-8169-F389FD993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85F8A7-7185-42A9-820F-4669788FCE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9407CA-7410-49E4-9C22-A36284586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11CCCD-7C0A-4790-A646-A6D91E18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4FAACF-E35E-40D2-86FE-F41F6137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63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FC355-7D08-4EDE-BC15-89579945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461223-E638-47AA-A48A-679ABE246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6DC24F-8271-4614-B32C-FCE4FB13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9C948F-002F-4D50-B970-BB1BD23FA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9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36C0CB-7650-46E8-8F95-252A1B1D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B88D65-F084-4A1B-AE82-76588D83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FEBB1A-7A82-4589-8B75-F7CC905AB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92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A8506-1D55-4C0C-844A-C8EB9B1A7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C90036-B3D5-4F14-8E6C-ED669551D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739C70-83BF-4D81-BE6A-3331DE40D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27E1EF-A0CC-497C-8F2B-E766A1D6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A0F35A-B9BF-4A35-AD7B-79C967EE0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FC137D-8007-42D1-A445-3D5541C5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8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DE5BF-D4CF-4E90-9D13-E48C98A5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3E98EB-8DEB-49CE-B297-8A7E3215A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84E048-D8AB-4A4F-B10F-32EDFA162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3A0FD2-9ABE-41B7-90F6-446C71C08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812392-F9C7-4C89-AD6D-473C036E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840C1C-06B1-4BE7-8251-11692082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42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BD0DE-4A76-4846-BF27-814CDE91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D0202A-CCC4-41BD-BFE2-3E517CCF9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14D188-0371-45AD-B6EF-04BD1869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BD8F64-3D7B-46BB-99AE-ED20ABBA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4D471C-624F-4855-8610-93D646CC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26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A764DA-09D1-4DD3-A4B1-5DBD43560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03BD53-856D-4531-B0C8-CBD9C45BE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9421CB-C4AA-49D7-878A-2E1CB4DDD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27B5CB-21C8-4160-82C4-66B1DA72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4D666F-F4E6-428B-A163-228F76D9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92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84C98A-49D3-4FA4-BBAC-2BA16FB7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78122C-F835-4405-8156-19250914A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46EC37-0DC6-41A5-87EF-6E2C8CAEDB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6936F-98B5-48E1-9811-884BF35827D4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039453-F8B1-4FBE-ACDB-C69261755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D84FD5-0314-4E4E-8E58-F55B84F3D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290DB-F5A0-4405-9955-7B3FFE3B0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77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9E1990-5147-4A0D-BB9A-6CE6F1520AD2}"/>
              </a:ext>
            </a:extLst>
          </p:cNvPr>
          <p:cNvSpPr/>
          <p:nvPr/>
        </p:nvSpPr>
        <p:spPr>
          <a:xfrm>
            <a:off x="914400" y="2003898"/>
            <a:ext cx="2003898" cy="437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GrassSimPass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B0AFE1-DB4E-4D47-AA89-9989ED49D55C}"/>
              </a:ext>
            </a:extLst>
          </p:cNvPr>
          <p:cNvSpPr/>
          <p:nvPr/>
        </p:nvSpPr>
        <p:spPr>
          <a:xfrm>
            <a:off x="3109609" y="2003898"/>
            <a:ext cx="2003898" cy="437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FluidSimPass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15754A-07E5-4CE8-9AF8-E8CA050EBE57}"/>
              </a:ext>
            </a:extLst>
          </p:cNvPr>
          <p:cNvSpPr/>
          <p:nvPr/>
        </p:nvSpPr>
        <p:spPr>
          <a:xfrm>
            <a:off x="5411822" y="768485"/>
            <a:ext cx="2003898" cy="437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DepthPass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1BDEF9-1536-479A-8718-F8C909DE2D15}"/>
              </a:ext>
            </a:extLst>
          </p:cNvPr>
          <p:cNvSpPr/>
          <p:nvPr/>
        </p:nvSpPr>
        <p:spPr>
          <a:xfrm>
            <a:off x="7607031" y="768484"/>
            <a:ext cx="2003898" cy="437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DepthSmothPass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0DF9E1-798B-4251-80BD-204E98BAA3E9}"/>
              </a:ext>
            </a:extLst>
          </p:cNvPr>
          <p:cNvSpPr/>
          <p:nvPr/>
        </p:nvSpPr>
        <p:spPr>
          <a:xfrm>
            <a:off x="5411822" y="1590472"/>
            <a:ext cx="2003898" cy="437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ThicknessPass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02A7FD-F64C-429D-BB5B-A580FF47BC46}"/>
              </a:ext>
            </a:extLst>
          </p:cNvPr>
          <p:cNvSpPr/>
          <p:nvPr/>
        </p:nvSpPr>
        <p:spPr>
          <a:xfrm>
            <a:off x="5411822" y="2412459"/>
            <a:ext cx="2003898" cy="437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ShadowPass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4E2788-CDC0-4421-95EA-CAEE32EB9977}"/>
              </a:ext>
            </a:extLst>
          </p:cNvPr>
          <p:cNvSpPr/>
          <p:nvPr/>
        </p:nvSpPr>
        <p:spPr>
          <a:xfrm>
            <a:off x="5411822" y="3234446"/>
            <a:ext cx="2003898" cy="437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causticPass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622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4B54F2F2-9667-411A-A41D-6CCF3A4900EA}"/>
              </a:ext>
            </a:extLst>
          </p:cNvPr>
          <p:cNvSpPr/>
          <p:nvPr/>
        </p:nvSpPr>
        <p:spPr>
          <a:xfrm>
            <a:off x="7704305" y="38908"/>
            <a:ext cx="963039" cy="96303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428633F8-96B6-44C0-89A4-EAA213768DEC}"/>
              </a:ext>
            </a:extLst>
          </p:cNvPr>
          <p:cNvSpPr/>
          <p:nvPr/>
        </p:nvSpPr>
        <p:spPr>
          <a:xfrm>
            <a:off x="564204" y="2879388"/>
            <a:ext cx="10048673" cy="3249038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立方体 12">
            <a:extLst>
              <a:ext uri="{FF2B5EF4-FFF2-40B4-BE49-F238E27FC236}">
                <a16:creationId xmlns:a16="http://schemas.microsoft.com/office/drawing/2014/main" id="{E0BD5F7F-621A-4B69-A3B9-D908611C70A3}"/>
              </a:ext>
            </a:extLst>
          </p:cNvPr>
          <p:cNvSpPr/>
          <p:nvPr/>
        </p:nvSpPr>
        <p:spPr>
          <a:xfrm>
            <a:off x="4849238" y="1566153"/>
            <a:ext cx="1478604" cy="1478604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>
            <a:extLst>
              <a:ext uri="{FF2B5EF4-FFF2-40B4-BE49-F238E27FC236}">
                <a16:creationId xmlns:a16="http://schemas.microsoft.com/office/drawing/2014/main" id="{223A5AE1-96DB-4CA0-A52E-8D8ABE650EAA}"/>
              </a:ext>
            </a:extLst>
          </p:cNvPr>
          <p:cNvSpPr/>
          <p:nvPr/>
        </p:nvSpPr>
        <p:spPr>
          <a:xfrm>
            <a:off x="2286000" y="3937070"/>
            <a:ext cx="1507787" cy="1133674"/>
          </a:xfrm>
          <a:prstGeom prst="parallelogram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AEC6187-619A-46E1-98C8-50C1CADCC43D}"/>
              </a:ext>
            </a:extLst>
          </p:cNvPr>
          <p:cNvCxnSpPr>
            <a:cxnSpLocks/>
          </p:cNvCxnSpPr>
          <p:nvPr/>
        </p:nvCxnSpPr>
        <p:spPr>
          <a:xfrm flipH="1">
            <a:off x="5291037" y="573930"/>
            <a:ext cx="2130357" cy="83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F041AEF-5EA6-48CC-86D3-382ECCD7B8D4}"/>
              </a:ext>
            </a:extLst>
          </p:cNvPr>
          <p:cNvCxnSpPr>
            <a:cxnSpLocks/>
          </p:cNvCxnSpPr>
          <p:nvPr/>
        </p:nvCxnSpPr>
        <p:spPr>
          <a:xfrm flipH="1">
            <a:off x="6384588" y="1147863"/>
            <a:ext cx="1465632" cy="1575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4E138255-6570-4990-ACE7-07A1E9694D20}"/>
              </a:ext>
            </a:extLst>
          </p:cNvPr>
          <p:cNvSpPr/>
          <p:nvPr/>
        </p:nvSpPr>
        <p:spPr>
          <a:xfrm>
            <a:off x="260215" y="125941"/>
            <a:ext cx="422748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-apple-system"/>
              </a:rPr>
              <a:t>工业级 </a:t>
            </a:r>
            <a:r>
              <a:rPr lang="en-US" altLang="zh-CN" b="1" i="0" dirty="0">
                <a:effectLst/>
                <a:latin typeface="-apple-system"/>
              </a:rPr>
              <a:t>Dual-Pass </a:t>
            </a:r>
            <a:r>
              <a:rPr lang="zh-CN" altLang="en-US" b="1" i="0" dirty="0">
                <a:effectLst/>
                <a:latin typeface="-apple-system"/>
              </a:rPr>
              <a:t>流体渲染结构</a:t>
            </a:r>
            <a:r>
              <a:rPr lang="zh-CN" altLang="en-US" b="0" i="0" dirty="0">
                <a:effectLst/>
                <a:latin typeface="-apple-system"/>
              </a:rPr>
              <a:t> 是现代 </a:t>
            </a:r>
            <a:r>
              <a:rPr lang="en-US" altLang="zh-CN" b="0" i="0" dirty="0">
                <a:effectLst/>
                <a:latin typeface="-apple-system"/>
              </a:rPr>
              <a:t>3A </a:t>
            </a:r>
            <a:r>
              <a:rPr lang="zh-CN" altLang="en-US" b="0" i="0" dirty="0">
                <a:effectLst/>
                <a:latin typeface="-apple-system"/>
              </a:rPr>
              <a:t>游戏引擎（</a:t>
            </a:r>
            <a:r>
              <a:rPr lang="en-US" altLang="zh-CN" b="0" i="0" dirty="0">
                <a:effectLst/>
                <a:latin typeface="-apple-system"/>
              </a:rPr>
              <a:t>Unreal Engine</a:t>
            </a:r>
            <a:r>
              <a:rPr lang="zh-CN" altLang="en-US" b="0" i="0" dirty="0">
                <a:effectLst/>
                <a:latin typeface="-apple-system"/>
              </a:rPr>
              <a:t>、</a:t>
            </a:r>
            <a:r>
              <a:rPr lang="en-US" altLang="zh-CN" b="0" i="0" dirty="0">
                <a:effectLst/>
                <a:latin typeface="-apple-system"/>
              </a:rPr>
              <a:t>Unity HDRP</a:t>
            </a:r>
            <a:r>
              <a:rPr lang="zh-CN" altLang="en-US" b="0" i="0" dirty="0">
                <a:effectLst/>
                <a:latin typeface="-apple-system"/>
              </a:rPr>
              <a:t>、</a:t>
            </a:r>
            <a:r>
              <a:rPr lang="en-US" altLang="zh-CN" b="0" i="0" dirty="0">
                <a:effectLst/>
                <a:latin typeface="-apple-system"/>
              </a:rPr>
              <a:t>Frostbite</a:t>
            </a:r>
            <a:r>
              <a:rPr lang="zh-CN" altLang="en-US" b="0" i="0" dirty="0">
                <a:effectLst/>
                <a:latin typeface="-apple-system"/>
              </a:rPr>
              <a:t>、</a:t>
            </a:r>
            <a:r>
              <a:rPr lang="en-US" altLang="zh-CN" b="0" i="0" dirty="0">
                <a:effectLst/>
                <a:latin typeface="-apple-system"/>
              </a:rPr>
              <a:t>Decima </a:t>
            </a:r>
            <a:r>
              <a:rPr lang="zh-CN" altLang="en-US" b="0" i="0" dirty="0">
                <a:effectLst/>
                <a:latin typeface="-apple-system"/>
              </a:rPr>
              <a:t>等）处理</a:t>
            </a:r>
            <a:r>
              <a:rPr lang="zh-CN" altLang="en-US" b="1" i="0" dirty="0">
                <a:effectLst/>
                <a:latin typeface="-apple-system"/>
              </a:rPr>
              <a:t>水体、烟雾、血液</a:t>
            </a:r>
            <a:r>
              <a:rPr lang="zh-CN" altLang="en-US" b="0" i="0" dirty="0">
                <a:effectLst/>
                <a:latin typeface="-apple-system"/>
              </a:rPr>
              <a:t>等半透明粒子效果的标准架构。</a:t>
            </a:r>
            <a:endParaRPr lang="en-US" altLang="zh-CN" b="0" i="0" dirty="0">
              <a:effectLst/>
              <a:latin typeface="-apple-system"/>
            </a:endParaRPr>
          </a:p>
          <a:p>
            <a:endParaRPr lang="en-US" altLang="zh-CN" dirty="0">
              <a:latin typeface="-apple-system"/>
            </a:endParaRPr>
          </a:p>
          <a:p>
            <a:r>
              <a:rPr lang="zh-CN" altLang="en-US" dirty="0"/>
              <a:t>简单来说，就是</a:t>
            </a:r>
            <a:r>
              <a:rPr lang="zh-CN" altLang="en-US" b="1" dirty="0"/>
              <a:t>用两个独立的渲染通道，分别解决</a:t>
            </a:r>
            <a:r>
              <a:rPr lang="en-US" altLang="zh-CN" b="1" dirty="0"/>
              <a:t>"</a:t>
            </a:r>
            <a:r>
              <a:rPr lang="zh-CN" altLang="en-US" b="1" dirty="0"/>
              <a:t>看得见</a:t>
            </a:r>
            <a:r>
              <a:rPr lang="en-US" altLang="zh-CN" b="1" dirty="0"/>
              <a:t>"</a:t>
            </a:r>
            <a:r>
              <a:rPr lang="zh-CN" altLang="en-US" b="1" dirty="0"/>
              <a:t>和</a:t>
            </a:r>
            <a:r>
              <a:rPr lang="en-US" altLang="zh-CN" b="1" dirty="0"/>
              <a:t>"</a:t>
            </a:r>
            <a:r>
              <a:rPr lang="zh-CN" altLang="en-US" b="1" dirty="0"/>
              <a:t>挡得住</a:t>
            </a:r>
            <a:r>
              <a:rPr lang="en-US" altLang="zh-CN" b="1" dirty="0"/>
              <a:t>"</a:t>
            </a:r>
            <a:r>
              <a:rPr lang="zh-CN" altLang="en-US" b="1" dirty="0"/>
              <a:t>的问题</a:t>
            </a:r>
            <a:r>
              <a:rPr lang="zh-CN" altLang="en-US" dirty="0"/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36A336-9897-47ED-97B0-28450268DA24}"/>
              </a:ext>
            </a:extLst>
          </p:cNvPr>
          <p:cNvSpPr/>
          <p:nvPr/>
        </p:nvSpPr>
        <p:spPr>
          <a:xfrm>
            <a:off x="8175287" y="1147863"/>
            <a:ext cx="37459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这种结构让技术美术可以独立调整：</a:t>
            </a:r>
          </a:p>
          <a:p>
            <a:r>
              <a:rPr lang="zh-CN" altLang="en-US" dirty="0"/>
              <a:t>阴影分辨率（性能 </a:t>
            </a:r>
            <a:r>
              <a:rPr lang="en-US" altLang="zh-CN" dirty="0"/>
              <a:t>vs </a:t>
            </a:r>
            <a:r>
              <a:rPr lang="zh-CN" altLang="en-US" dirty="0"/>
              <a:t>精度）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吸收系数（清澈的水 </a:t>
            </a:r>
            <a:r>
              <a:rPr lang="en-US" altLang="zh-CN" dirty="0"/>
              <a:t>vs </a:t>
            </a:r>
            <a:r>
              <a:rPr lang="zh-CN" altLang="en-US" dirty="0"/>
              <a:t>浑浊的泥水）</a:t>
            </a:r>
          </a:p>
          <a:p>
            <a:r>
              <a:rPr lang="zh-CN" altLang="en-US" dirty="0"/>
              <a:t>软阴影算法（</a:t>
            </a:r>
            <a:r>
              <a:rPr lang="en-US" altLang="zh-CN" dirty="0"/>
              <a:t>PCF</a:t>
            </a:r>
            <a:r>
              <a:rPr lang="zh-CN" altLang="en-US" dirty="0"/>
              <a:t>、</a:t>
            </a:r>
            <a:r>
              <a:rPr lang="en-US" altLang="zh-CN" dirty="0"/>
              <a:t>PCSS</a:t>
            </a:r>
            <a:r>
              <a:rPr lang="zh-CN" altLang="en-US" dirty="0"/>
              <a:t>、</a:t>
            </a:r>
            <a:r>
              <a:rPr lang="en-US" altLang="zh-CN" dirty="0"/>
              <a:t>VSM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87364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105</Words>
  <Application>Microsoft Office PowerPoint</Application>
  <PresentationFormat>宽屏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xuecheng</dc:creator>
  <cp:lastModifiedBy>xuecheng</cp:lastModifiedBy>
  <cp:revision>11</cp:revision>
  <dcterms:created xsi:type="dcterms:W3CDTF">2026-02-21T01:13:00Z</dcterms:created>
  <dcterms:modified xsi:type="dcterms:W3CDTF">2026-02-21T15:05:16Z</dcterms:modified>
</cp:coreProperties>
</file>